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7"/>
    <p:sldId id="257" r:id="rId8"/>
    <p:sldId id="258" r:id="rId9"/>
    <p:sldId id="259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0" roundtripDataSignature="AMtx7mgaTsrmEYYTJ0gDV+cC6Blcb1Sc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idx="10" type="dt"/>
          </p:nvPr>
        </p:nvSpPr>
        <p:spPr>
          <a:xfrm>
            <a:off x="1396465" y="4809105"/>
            <a:ext cx="4004310" cy="555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type="title"/>
          </p:nvPr>
        </p:nvSpPr>
        <p:spPr>
          <a:xfrm>
            <a:off x="760288" y="2575134"/>
            <a:ext cx="7886700" cy="898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" name="Google Shape;1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9989" y="16134"/>
            <a:ext cx="896302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>
            <p:ph type="title"/>
          </p:nvPr>
        </p:nvSpPr>
        <p:spPr>
          <a:xfrm>
            <a:off x="628650" y="409676"/>
            <a:ext cx="5040228" cy="485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" type="body"/>
          </p:nvPr>
        </p:nvSpPr>
        <p:spPr>
          <a:xfrm>
            <a:off x="628650" y="1386839"/>
            <a:ext cx="7886700" cy="4617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1" type="ftr"/>
          </p:nvPr>
        </p:nvSpPr>
        <p:spPr>
          <a:xfrm>
            <a:off x="4127500" y="6356348"/>
            <a:ext cx="2915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2" type="sldNum"/>
          </p:nvPr>
        </p:nvSpPr>
        <p:spPr>
          <a:xfrm>
            <a:off x="7043352" y="6356351"/>
            <a:ext cx="14719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r>
              <a:rPr lang="es-AR"/>
              <a:t>/TotNum</a:t>
            </a:r>
            <a:endParaRPr/>
          </a:p>
        </p:txBody>
      </p:sp>
      <p:sp>
        <p:nvSpPr>
          <p:cNvPr id="24" name="Google Shape;24;p7"/>
          <p:cNvSpPr/>
          <p:nvPr/>
        </p:nvSpPr>
        <p:spPr>
          <a:xfrm>
            <a:off x="628650" y="1027907"/>
            <a:ext cx="3131692" cy="57219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7"/>
          <p:cNvCxnSpPr/>
          <p:nvPr/>
        </p:nvCxnSpPr>
        <p:spPr>
          <a:xfrm>
            <a:off x="3760342" y="1027907"/>
            <a:ext cx="194181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</p:cxnSp>
      <p:sp>
        <p:nvSpPr>
          <p:cNvPr id="26" name="Google Shape;26;p7"/>
          <p:cNvSpPr/>
          <p:nvPr/>
        </p:nvSpPr>
        <p:spPr>
          <a:xfrm>
            <a:off x="628650" y="6238046"/>
            <a:ext cx="7886700" cy="57219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4743450" y="6356350"/>
            <a:ext cx="15536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7"/>
          <p:cNvSpPr txBox="1"/>
          <p:nvPr/>
        </p:nvSpPr>
        <p:spPr>
          <a:xfrm>
            <a:off x="628650" y="6356350"/>
            <a:ext cx="25145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rPr sz="1000">
                <a:latin typeface="Arial"/>
              </a:rPr>
              <a:t>Acevedo, Tomás</a:t>
            </a:r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56630" y="56584"/>
            <a:ext cx="2458720" cy="1330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de sección">
  <p:cSld name="Final de secció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/>
        </p:nvSpPr>
        <p:spPr>
          <a:xfrm>
            <a:off x="689809" y="2606040"/>
            <a:ext cx="78255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Gracias por su atención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8"/>
          <p:cNvSpPr txBox="1"/>
          <p:nvPr>
            <p:ph idx="1" type="subTitle"/>
          </p:nvPr>
        </p:nvSpPr>
        <p:spPr>
          <a:xfrm>
            <a:off x="1142999" y="3546816"/>
            <a:ext cx="6858000" cy="973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066" y="66934"/>
            <a:ext cx="896302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0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0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Software para el diseño modal de recintos pequeños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6118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Arial"/>
              </a:rPr>
              <a:t>Predicción por elementos finitos, figuras de mérito modales y optimización de forma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800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Arial"/>
              </a:rPr>
              <a:t>Acevedo, Tomás  ·  Legajo 51323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57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rial"/>
              </a:rPr>
              <a:t>UNTREF · Ingeniería de Sonido · TP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Modos propios del recinto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Ecuación de Helmholtz (régimen armónico)</a:t>
            </a:r>
          </a:p>
        </p:txBody>
      </p:sp>
      <p:pic>
        <p:nvPicPr>
          <p:cNvPr id="5" name="Picture 4" descr="eq_helmholt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4937760" cy="8405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283464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Problema de autovalores — paredes rígidas (Neumann)</a:t>
            </a:r>
          </a:p>
        </p:txBody>
      </p:sp>
      <p:pic>
        <p:nvPicPr>
          <p:cNvPr id="7" name="Picture 6" descr="eq_ei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27248"/>
            <a:ext cx="5852160" cy="9961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42976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Solución analítica exacta (caja rectangular) = banco de prueba</a:t>
            </a:r>
          </a:p>
        </p:txBody>
      </p:sp>
      <p:pic>
        <p:nvPicPr>
          <p:cNvPr id="9" name="Picture 8" descr="eq_mod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17720"/>
            <a:ext cx="6766560" cy="11518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Motor de mallado propio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flow_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7772400" cy="19598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452628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Arial"/>
              </a:rPr>
              <a:t>Voxelización + partición de Freudenthal, sin dependencias C++ (TetGen/CGAL). La frontera escalonada no afecta el ensamblaje: con paredes rígidas, la condición de Neumann es natural en la forma débil y desaparece del cálculo.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Acto 3 · Motores propios de mallado y FEM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2016-08-31T23:02:04Z</dcterms:created>
  <dc:creator>IV JAAS</dc:creator>
</cp:coreProperties>
</file>